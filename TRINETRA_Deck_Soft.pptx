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constitutional auditing · deterministic logic for scoring · humans for final approval. Every step hash-chained, byte-identical, offline.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Live LLM at the edges; deterministic core runs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232B37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(NVIDIA, via a key-holding edge worker) and every completion is recorded for replay; airplane mode falls back to the build-time cache.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06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E06A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·   proposer prose is LIVE (NVIDIA via a key-holding edge worker), recorded for replay; cache is the airplane-mode fallback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ECC069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at the edges, recorded for replay —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FOR SENSE-MAKING  ·  RULES FOR SCORING  ·  HUMANS FOR APPROVAL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 it reads messy operator text — and the gate throws out whatever it makes up.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9" name="Text 7"/>
          <p:cNvSpPr/>
          <p:nvPr/>
        </p:nvSpPr>
        <p:spPr>
          <a:xfrm>
            <a:off x="57607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① AI SENSE-MAKING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7607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free 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7607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3464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464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5" name="Text 13"/>
          <p:cNvSpPr/>
          <p:nvPr/>
        </p:nvSpPr>
        <p:spPr>
          <a:xfrm>
            <a:off x="290779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② VALIDATION GATE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779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strict schema + rules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90779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66360" y="1572768"/>
            <a:ext cx="1828800" cy="1024128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66360" y="1572768"/>
            <a:ext cx="1828800" cy="7315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1" name="Text 19"/>
          <p:cNvSpPr/>
          <p:nvPr/>
        </p:nvSpPr>
        <p:spPr>
          <a:xfrm>
            <a:off x="523951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③ DETERMINISTIC SCORING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23951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 · critic · arbiter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23951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authoritative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9516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9808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1572768"/>
            <a:ext cx="1828800" cy="73152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27" name="Text 25"/>
          <p:cNvSpPr/>
          <p:nvPr/>
        </p:nvSpPr>
        <p:spPr>
          <a:xfrm>
            <a:off x="757123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④ AI RULE AUDIT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7123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 gaps · read-only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7123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advisory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326880" y="2084832"/>
            <a:ext cx="50292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29800" y="1572768"/>
            <a:ext cx="1828800" cy="102412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829800" y="1572768"/>
            <a:ext cx="1828800" cy="7315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3" name="Text 31"/>
          <p:cNvSpPr/>
          <p:nvPr/>
        </p:nvSpPr>
        <p:spPr>
          <a:xfrm>
            <a:off x="9902952" y="1755648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⑤ HUMAN APPROVAL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902952" y="217627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logged sign-off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902952" y="2395728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7249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(blue) only proposes and observes.  The green rail — validation + scoring — is deterministic and authoritative.  A human signs.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" y="32461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GATE, LIVE — a hallucinated Brent 9000 and a made-up grade, rejected before scoring: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909560" y="3246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50" kern="0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MODEL, LIVE ✦ — NVIDIA, on every update: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0" name="Image 0" descr="/private/tmp/claude-501/-Users-aman-Downloads-ET-Hackathon/ab60fbe1-6f03-48e5-aa7b-8b187ce1082a/scratchpad/deck-assets/ai_g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66160"/>
            <a:ext cx="7223760" cy="889412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502920" y="3566160"/>
            <a:ext cx="7223760" cy="889412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43" name="Image 1" descr="/private/tmp/claude-501/-Users-aman-Downloads-ET-Hackathon/ab60fbe1-6f03-48e5-aa7b-8b187ce1082a/scratchpad/deck-assets/liv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566160"/>
            <a:ext cx="3749040" cy="1051391"/>
          </a:xfrm>
          <a:prstGeom prst="rect">
            <a:avLst/>
          </a:prstGeom>
        </p:spPr>
      </p:pic>
      <p:sp>
        <p:nvSpPr>
          <p:cNvPr id="44" name="Shape 40"/>
          <p:cNvSpPr/>
          <p:nvPr/>
        </p:nvSpPr>
        <p:spPr>
          <a:xfrm>
            <a:off x="7909560" y="3566160"/>
            <a:ext cx="3749040" cy="1051391"/>
          </a:xfrm>
          <a:prstGeom prst="rect">
            <a:avLst/>
          </a:prstGeom>
          <a:ln w="19050">
            <a:solidFill>
              <a:srgbClr val="4FBF87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7909560" y="4663271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Llama-3.3-70B rationale, recorded for replay — captured from the app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502920" y="4965023"/>
            <a:ext cx="11155680" cy="1170432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02920" y="4965023"/>
            <a:ext cx="64008" cy="11704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8" name="Text 44"/>
          <p:cNvSpPr/>
          <p:nvPr/>
        </p:nvSpPr>
        <p:spPr>
          <a:xfrm>
            <a:off x="777240" y="5093039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live model makes the call. The record replays byte-identically. A human signs.</a:t>
            </a:r>
            <a:endParaRPr lang="en-US" sz="1500" dirty="0"/>
          </a:p>
        </p:txBody>
      </p:sp>
      <p:sp>
        <p:nvSpPr>
          <p:cNvPr id="49" name="Text 45"/>
          <p:cNvSpPr/>
          <p:nvPr/>
        </p:nvSpPr>
        <p:spPr>
          <a:xfrm>
            <a:off x="777240" y="5467943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LLM runs LIVE on every decision-state change — NVIDIA Llama-3.3-70B through a key-holding Cloudflare Worker; the browser never sees a key. Every completion is RECORDED and replays byte-identically; the validation gate still drops anything fabricated before it can touch a score; scoring stays deterministic and offline-checkable.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for sense-making and auditing · deterministic logic for scoring · humans for approval. Try it live: AI ASSIST ✦ → “⚠ Hallucination test.”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2026-07-19T20:45:07Z</dcterms:created>
  <dcterms:modified xsi:type="dcterms:W3CDTF">2026-07-19T20:45:07Z</dcterms:modified>
</cp:coreProperties>
</file>