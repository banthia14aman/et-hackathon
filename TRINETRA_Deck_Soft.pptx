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A live model makes the call; the record replays byte-identically.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live NVIDIA LLM at the edges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51755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Targets: IOC Intl Trade Directorate · RIL Jamnagar crude desk · BPCL risk cell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7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232B37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06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E06A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ECC069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feeds (Kpler / Spire) are stubs behind the same 3-method FeedAdapter interface as the replay (src/engine/feeds.ts) —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2026-07-22T15:25:11Z</dcterms:created>
  <dcterms:modified xsi:type="dcterms:W3CDTF">2026-07-22T15:25:11Z</dcterms:modified>
</cp:coreProperties>
</file>