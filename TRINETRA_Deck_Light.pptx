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Every step hash-chained, byte-identical, offline.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100%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514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7A5CD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text is cached at build time — the demo runs in airplane mode.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B7751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C044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C0442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    proposer text is cached at build time (the only LLM)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9A6212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offline;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FFFFFF"/>
          </a:solidFill>
          <a:ln w="25400">
            <a:solidFill>
              <a:srgbClr val="1E8E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1E8E56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1E8E5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2F6296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B7751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9000, a 200-day floor, a made-up grade, all rejected before scoring: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3566160"/>
            <a:ext cx="11155680" cy="137352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39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11155680" cy="1373522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02920" y="3566160"/>
            <a:ext cx="11155680" cy="1373522"/>
          </a:xfrm>
          <a:prstGeom prst="rect">
            <a:avLst/>
          </a:prstGeom>
          <a:ln w="19050">
            <a:solidFill>
              <a:srgbClr val="1E8E5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5122562"/>
            <a:ext cx="111556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2920" y="5122562"/>
            <a:ext cx="64008" cy="11704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" y="525057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auditing.  Deterministic logic for scoring.  Humans for final approval.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777240" y="5625482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Extraction, every gate rejection, scoring, the AI audit, and the human sign-off are each appended to the same SHA-256 hash chain — byte-identical on replay, offline. The LLM is asked for strict JSON and told never to score; anything it fabricates is dropped with a reason and never reaches the engine.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Given the validated facts, scoring and its audit hashes are byte-identical — the guardrail is what makes an LLM safe for intake. Try it: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7A7266">
                <a:alpha val="28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E3DF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2F62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B7751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C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775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E3DFD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B77514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A62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2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C74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2026-07-18T05:36:14Z</dcterms:created>
  <dcterms:modified xsi:type="dcterms:W3CDTF">2026-07-18T05:36:14Z</dcterms:modified>
</cp:coreProperties>
</file>