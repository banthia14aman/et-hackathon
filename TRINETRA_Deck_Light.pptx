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1089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Governed crude-supply decisions at machine speed. It proposes, a machine—not a model—enforces the rules, and every step is on the record.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100% client-side, offline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36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100%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77514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7A5CD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LLM text is cached at build time — the demo runs in airplane mode.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B7751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044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C0442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    proposer text is cached at build time (the only LLM)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9A6212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offline;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production feeds (Kpler / Spire) are adapter stubs today — marked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2026-07-16T11:00:16Z</dcterms:created>
  <dcterms:modified xsi:type="dcterms:W3CDTF">2026-07-16T11:00:16Z</dcterms:modified>
</cp:coreProperties>
</file>